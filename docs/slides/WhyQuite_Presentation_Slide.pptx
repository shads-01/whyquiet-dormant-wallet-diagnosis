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05338"/>
                </a:solidFill>
                <a:latin typeface="Arial"/>
              </a:defRPr>
            </a:pPr>
            <a:r>
              <a:t>WHYQUIET • CAUSE DESK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Stop Blasting SMS. Start Diagnosing Churn.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stethosco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54904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Mobile Financial Services have millions of dormant accounts. Today, operators treat dormancy as a single symptom with blanket "We Miss You" SMS spam.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Replaces blanket spam with causal diagnosis &amp; calibrated refusal.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E05338"/>
                </a:solidFill>
                <a:latin typeface="Arial"/>
              </a:defRPr>
            </a:pPr>
            <a:r>
              <a:t>5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DISTINCT ROOT CAUSES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Each requires a tailored remedy, not spam.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26 Wks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DECLINE TRAJECTORY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Diagnosed via 20 mathematical shape ratios.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05338"/>
                </a:solidFill>
                <a:latin typeface="Arial"/>
              </a:defRPr>
            </a:pPr>
            <a:r>
              <a:t>THE FLAWED INDUSTRY BASELINE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The 3-Week Blanket Rule Wastes Budget on Unfixable Churn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conveyor_w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7472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The standard heuristic ("silent ≥ 3 weeks → send mass SMS") blindly treats every inactive user identically.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Mass SMS annoys customers and wastes marketing budget on zero-return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E05338"/>
                </a:solidFill>
                <a:latin typeface="Arial"/>
              </a:defRPr>
            </a:pPr>
            <a:r>
              <a:t>8.2%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BASELINE DIAGNOSTIC F1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Rule fails on out-of-distribution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111418"/>
                </a:solidFill>
                <a:latin typeface="Arial"/>
              </a:defRPr>
            </a:pPr>
            <a:r>
              <a:t>100%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FORCED GUESSWORK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Spends money on completed &amp; unfixable churn.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DIAGNOSTIC TAXONOMY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Five Distinct Churn Causes Behind Every Silent Wallet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five_cau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54904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Job Exit → Payroll discontinued; send re-link guide (৳15).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Migration → Relocated district; send nearby agent map (৳10).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Solved Problem → One-time goal done; ৳0 spend (Do not disturb!).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Fee Shock → Left after high fee; send cash-out fee voucher (৳25).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Supply Failure → Agent out of float; alert field ops (৳5).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05338"/>
                </a:solidFill>
                <a:latin typeface="Arial"/>
              </a:defRPr>
            </a:pPr>
            <a:r>
              <a:t>THE INNOVATION MOAT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Calibrated Refusal: "I Will Not Spend Your Money Here"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calibrated_refus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27472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When signals are ambiguous, standard ML forces a guess. WhyQuiet refuses attribution if confidence &lt; 80% (τ) or top margin &lt; 10% (δ).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Refusal is a first-class output with transparent mathematical proofs.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E05338"/>
                </a:solidFill>
                <a:latin typeface="Arial"/>
              </a:defRPr>
            </a:pPr>
            <a:r>
              <a:t>21.7%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REFUSAL RATE ON POP B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Automatic refusal when data is noisy.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+৳7,172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BUDGET SAVED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Eliminated wasteful spend on 652 ambiguous wallets.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EMPIRICAL VERIFICATION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86.4% Macro-F1 Proven Under Heavy Distribution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distribution_shi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54904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Trained on Population A (4.8k train) and evaluated strictly on unseen, shifted Population B (3k eval) with 2.5× higher noise and altered pay cycles.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0.100 Calibration Error (ECE) with native Tree SHAP explainability.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86.4%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WHYQUIET MODEL F1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vs 8.2% Rule &amp; 16.2% Shuffled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84% - 89%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SUBGROUP FAIRNESS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Parity across garment, domestic, retail &amp; transport.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FINANCIAL RETURN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Targeted Remedies Deliver +74% Higher Net Profitability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economic_sc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54904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Evaluated on Population B (3,000 wallets) across 1%, 4%, and 8% response sweeps under explicit economic assumptions (৳120 ARPU, 3.0x Ramp).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Targeted high-touch remedies beat spam SMS as customer lifetime value ramps.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Arial"/>
              </a:defRPr>
            </a:pPr>
            <a:r>
              <a:t>+৳34,947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NET VALUE AT 8%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vs ৳20,100 for the mass SMS rule (+74% win).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3017520"/>
            <a:ext cx="2560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2.8×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USER VOLUME RECOVERY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168.8 active users recovered vs 60.0 for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3504" y="4572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05338"/>
                </a:solidFill>
                <a:latin typeface="Arial"/>
              </a:defRPr>
            </a:pPr>
            <a:r>
              <a:t>ENTERPRISE GOVERNANCE &amp; PRODUCTION</a:t>
            </a:r>
          </a:p>
          <a:p>
            <a:pPr>
              <a:defRPr sz="2600" b="1">
                <a:solidFill>
                  <a:srgbClr val="111418"/>
                </a:solidFill>
                <a:latin typeface="Arial"/>
              </a:defRPr>
            </a:pPr>
            <a:r>
              <a:t>Two-Person Maker-Checker Rules with Zero-PII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" y="1828800"/>
            <a:ext cx="49377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4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dual_key_gover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549049"/>
            <a:ext cx="4791456" cy="26743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828800"/>
            <a:ext cx="56692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  <a:latin typeface="Arial"/>
              </a:defRPr>
            </a:pPr>
            <a:r>
              <a:t>Built for enterprise compliance: analysts propose batches, approvers authorize them. Self-approval is blocked at the database trigger level.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Two-Person Gate: proposer != approver strictly enforced in PostgreSQL.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Immutable Audit Log: Triggers block all UPDATE and DELETE operations.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Zero-PII Tokenization: Pure W-XXXXXX pseudonymous identifiers.</a:t>
            </a:r>
          </a:p>
          <a:p>
            <a:pPr>
              <a:spcAft>
                <a:spcPts val="800"/>
              </a:spcAft>
              <a:defRPr sz="1200" b="1">
                <a:solidFill>
                  <a:srgbClr val="111418"/>
                </a:solidFill>
                <a:latin typeface="Arial"/>
              </a:defRPr>
            </a:pPr>
            <a:r>
              <a:t>• Live Production Console: Active at whyquiet.vercel.app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WhyQuiet Pitch Deck  |  Slide 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615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Shads</cp:lastModifiedBy>
  <cp:revision>2</cp:revision>
  <dcterms:created xsi:type="dcterms:W3CDTF">2013-01-27T09:14:16Z</dcterms:created>
  <dcterms:modified xsi:type="dcterms:W3CDTF">2026-10-04T01:40:20Z</dcterms:modified>
  <cp:category/>
</cp:coreProperties>
</file>